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82" y="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AI赋能·智领未来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383280"/>
            <a:ext cx="2743200" cy="45720"/>
          </a:xfrm>
          <a:prstGeom prst="rect">
            <a:avLst/>
          </a:prstGeom>
          <a:solidFill>
            <a:srgbClr val="ECC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C94B"/>
                </a:solidFill>
              </a:defRPr>
            </a:pPr>
            <a:r>
              <a:t>政企客户成功中心 2026年度AI战略规划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2026年度规划 | 政企客户成功中心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01 五看分析：洞察趋势与机会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02 三定规划：明确战略与目标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03 战略屋：整体架构设计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04 小组规划框架与目标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05 实施路径与里程碑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06 资源保障与预期成效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CC94B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五看分析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五看分析框架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📈 看趋势：AI技术发展趋势、行业变革方向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🎯 看市场：客户需求变化、市场机会窗口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⚔️ 看竞争：竞争对手布局、行业最佳实践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🔍 看自己：内部能力评估、优势与短板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💡 看机会：战略机会点、破局切入点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看趋势：2026 AI技术发展趋势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🚀 技术演进趋势：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Agentic AI时代：从对话助手到自主智能体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多模态融合：文本+图像+语音+代码统一处理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上下文工程：长上下文、RAG成为标配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模型即服务：推理成本持续下降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🏢 产业应用趋势：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数字分身/员工：7×24小时AI工作伙伴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个人AI助理：Clawbot爆火，Agentic工作流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复利工程：知识沉淀成为核心竞争力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看市场/客户：需求洞察与痛点分析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⚠️ </a:t>
            </a:r>
            <a:r>
              <a:rPr dirty="0" err="1"/>
              <a:t>核心痛点</a:t>
            </a:r>
            <a:r>
              <a:rPr dirty="0"/>
              <a:t>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合同评审效率瓶颈：人工2-3天/</a:t>
            </a:r>
            <a:r>
              <a:rPr dirty="0" err="1"/>
              <a:t>份，风险条款易遗漏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项目清淤难度大：历史项目积压，人工梳理耗时长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出海合规复杂度高：多国法规复杂，决策周期6+月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知识传承断层：经验分散难沉淀，培训成本高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✅ </a:t>
            </a:r>
            <a:r>
              <a:rPr dirty="0" err="1"/>
              <a:t>AI赋能机会点</a:t>
            </a:r>
            <a:r>
              <a:rPr dirty="0"/>
              <a:t>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智能合同评审与风险识别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项目健康度智能诊断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出海合规知识库与问答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客户成功智能助手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 err="1"/>
              <a:t>看竞争：内外部AI能力建设对标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🌐 </a:t>
            </a:r>
            <a:r>
              <a:rPr dirty="0" err="1"/>
              <a:t>外部对标分析</a:t>
            </a:r>
            <a:r>
              <a:rPr dirty="0"/>
              <a:t>：</a:t>
            </a:r>
            <a:endParaRPr lang="en-US"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lang="en-US" altLang="zh-CN" dirty="0"/>
              <a:t>  •  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lang="en-US" dirty="0"/>
              <a:t>   </a:t>
            </a:r>
            <a:r>
              <a:rPr dirty="0"/>
              <a:t>• </a:t>
            </a:r>
            <a:r>
              <a:rPr dirty="0" err="1"/>
              <a:t>京东数字员工、数字军团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Clawbot个人AI助理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Anthropic Claude </a:t>
            </a:r>
            <a:r>
              <a:rPr dirty="0" err="1"/>
              <a:t>Code工程实践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9037A-C35A-6AF0-28F6-99626FDD8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68542C-A68F-A63E-4C64-16E869CFBEF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0AB24B-4C73-CC57-2C60-9BC7E85AAB5E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AE61C-6BE3-8F69-E9A3-9249926AB3E9}"/>
              </a:ext>
            </a:extLst>
          </p:cNvPr>
          <p:cNvSpPr txBox="1"/>
          <p:nvPr/>
        </p:nvSpPr>
        <p:spPr>
          <a:xfrm>
            <a:off x="365760" y="137160"/>
            <a:ext cx="409919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看</a:t>
            </a:r>
            <a:r>
              <a:rPr lang="zh-CN" altLang="en-US" dirty="0"/>
              <a:t>周边</a:t>
            </a:r>
            <a:r>
              <a:rPr dirty="0"/>
              <a:t>：</a:t>
            </a:r>
            <a:r>
              <a:rPr dirty="0" err="1"/>
              <a:t>内外部AI能力建设对标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6171C-98F9-DD42-C0E8-F36893F75D39}"/>
              </a:ext>
            </a:extLst>
          </p:cNvPr>
          <p:cNvSpPr txBox="1"/>
          <p:nvPr/>
        </p:nvSpPr>
        <p:spPr>
          <a:xfrm>
            <a:off x="457200" y="1005840"/>
            <a:ext cx="82296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🏢 </a:t>
            </a:r>
            <a:r>
              <a:rPr dirty="0" err="1"/>
              <a:t>内部竞争格局</a:t>
            </a:r>
            <a:r>
              <a:rPr dirty="0"/>
              <a:t>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腾讯研究院-晓辉博士：复利工程、FDE前沿部署工程师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余一-AIasme：数字分身技术探索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安灯、云一、TEG等团队：研发场景AI提效实践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3011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看自己：现状盘点与能力评估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🏆 已有成果（2025）：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13个AI智能体，8个已上线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50+项目评审，60+用户数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预计年节省2000万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4篇KM知识沉淀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⚠️ 差距与提升空间：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Agent自主化程度有待提升，当前多为辅助型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知识沉淀体系化不足，经验复用率需提高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跨团队协作深度有限，复利效应未充分释放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个人AI助理覆盖率低，规模化推广待加强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看机会：战略机会点识别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🎯 机会点1：Agent规模化（高优先级）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从13个智能体扩展到全员覆盖，打造人均AI助理工作模式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🔄 机会点2：复利工程体系（核心战略）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构建知识沉淀-复用-进化的飞轮，实现边际成本递减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🤖 机会点3：数字分身探索（创新突破）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探索数字员工、个人AI助理落地，构建7×24小时服务能力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🌐 机会点4：生态协同（战略合作）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与研究院、TEG等团队深度协同，形成组织级AI能力网络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CC94B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三定规划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三定规划框架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" y="7315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 err="1"/>
              <a:t>定战略</a:t>
            </a:r>
            <a:r>
              <a:rPr dirty="0"/>
              <a:t>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Agentic </a:t>
            </a:r>
            <a:r>
              <a:rPr dirty="0" err="1"/>
              <a:t>AI战略定位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复利工程核心路径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组织AI能力建设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 err="1"/>
              <a:t>定目标</a:t>
            </a:r>
            <a:r>
              <a:rPr dirty="0"/>
              <a:t>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量化业务指标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能力建设目标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覆盖率与渗透度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 err="1"/>
              <a:t>定策略</a:t>
            </a:r>
            <a:r>
              <a:rPr dirty="0"/>
              <a:t>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实施路径规划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关键举措分解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rPr dirty="0"/>
              <a:t>   • </a:t>
            </a:r>
            <a:r>
              <a:rPr dirty="0" err="1"/>
              <a:t>资源保障机制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定战略：AI赋能战略定位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🎯 战略定位：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愿景：成为公司AI赋能标杆团队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使命：让AI成为每个人的超级助手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价值观：复利思维、持续进化、开放协同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🔄 复利工程战略：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知识沉淀：每次项目经验编码为可复用资产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经验复用：通过Context工程实现知识自动加载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持续进化：建立反馈闭环，越用越聪明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三大核心方向：Agent规模化、复利工程体系、数字分身探索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定目标：2026年度核心目标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📊 业务指标目标：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AI智能体数量：13 → 50+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活跃用户覆盖率：60 → 100人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预计年节省成本：2000万 → 5000万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效率提升幅度：平均50%+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🎯 能力建设目标：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知识库覆盖：70MB → 200MB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KM沉淀文章：4 → 20篇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培训覆盖人次：200 → 500人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• Agent自主化率：20% → 60%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定策略：四大实施策略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🎯 策略一：Agent规模化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梳理全业务流程，按优先级分批次开发部署Agent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🔄 策略二：复利工程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建立Context规范，每次项目沉淀可复用经验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🤖 策略三：数字分身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选择高频标准化场景试点，探索7×24小时服务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🌐 策略四：生态协同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与研究院、TEG建立复利工程协作，输出最佳实践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CC94B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战略屋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战略屋：整体架构设计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🏆 愿景：成为公司AI赋能标杆团队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三大核心支柱：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🎯 Agent规模化：50+智能体覆盖、全场景AI赋能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🔄 复利工程：知识沉淀体系、经验复用机制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🤖 数字分身：数字员工试点、7×24服务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🏗️ 支撑体系：技术底座、人才体系、知识管理、生态协同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小组规划框架：各组目标与举措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🎯 业务组A：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目标：合同评审AI覆盖率100%，效率提升80%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举措：鹰眼智审优化、新场景Agent开发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🎯 业务组B：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目标：项目AI问诊覆盖200+项目，损益量化500万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举措：问诊Agent能力提升、历史项目数据治理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🎯 业务组C：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目标：出海合规服务100+用户，决策效率提升60%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举措：知识库扩容、多语言支持增强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实施路径：2026年度路线图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Q1 规划启动：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年度规划评审、复利工程体系搭建、Agent需求梳理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Q2 规模推广：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30个Agent上线、核心场景全覆盖、知识库扩容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Q3 创新突破：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数字分身试点、Agent自主化率提升、生态协同深化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Q4 总结升华：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年度成果盘点、方法论沉淀输出、2027规划启动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资源保障：支撑体系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👥 人才保障：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AI赋能负责人、各小组AI联络员、全员AI素养培训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💰 预算保障：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大模型API费用、Dify平台订阅、知识库建设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🛠️ 技术保障：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Dify平台稳定运行、RAG知识库、MCP工具集成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📋 机制保障：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月度复盘、季度评审、知识沉淀、激励表彰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预期成效：价值与影响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📊 业务成效：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效率提升平均50%+、成本节省5000万/年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风险识别准确率92%+、响应速度分钟级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👥 组织成效：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全员AI素养提升、知识沉淀体系建立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团队协作效率优化、创新氛围增强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🏆 品牌成效：</a:t>
            </a:r>
          </a:p>
          <a:p>
            <a:pPr>
              <a:spcAft>
                <a:spcPts val="1000"/>
              </a:spcAft>
              <a:defRPr sz="1400">
                <a:solidFill>
                  <a:srgbClr val="1A202C"/>
                </a:solidFill>
              </a:defRPr>
            </a:pPr>
            <a:r>
              <a:t>   成为公司AI赋能标杆团队、方法论可复用推广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AI赋能·智领未来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383280"/>
            <a:ext cx="2743200" cy="45720"/>
          </a:xfrm>
          <a:prstGeom prst="rect">
            <a:avLst/>
          </a:prstGeom>
          <a:solidFill>
            <a:srgbClr val="ECC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C94B"/>
                </a:solidFill>
              </a:defRPr>
            </a:pPr>
            <a:r>
              <a:t>让AI成为每个人的超级助手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2026年度规划 | 政企客户成功中心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886</Words>
  <Application>Microsoft Office PowerPoint</Application>
  <PresentationFormat>全屏显示(16:9)</PresentationFormat>
  <Paragraphs>190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frankechen(陈卓)</cp:lastModifiedBy>
  <cp:revision>7</cp:revision>
  <dcterms:created xsi:type="dcterms:W3CDTF">2013-01-27T09:14:16Z</dcterms:created>
  <dcterms:modified xsi:type="dcterms:W3CDTF">2026-01-30T09:14:25Z</dcterms:modified>
  <cp:category/>
</cp:coreProperties>
</file>